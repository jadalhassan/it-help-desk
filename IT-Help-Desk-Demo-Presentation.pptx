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d79dcebd041d1" /><Relationship Type="http://schemas.openxmlformats.org/officeDocument/2006/relationships/extended-properties" Target="/docProps/app.xml" Id="Re8d1a89d6f63441f" /><Relationship Type="http://schemas.openxmlformats.org/officeDocument/2006/relationships/officeDocument" Target="/ppt/presentation.xml" Id="R0708226bdfc742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e630f246248cf"/>
  </p:sldMasterIdLst>
  <p:notesMasterIdLst>
    <p:notesMasterId xmlns:r="http://schemas.openxmlformats.org/officeDocument/2006/relationships" r:id="R39404650bcab499f"/>
  </p:notesMasterIdLst>
  <p:sldIdLst>
    <p:sldId xmlns:r="http://schemas.openxmlformats.org/officeDocument/2006/relationships" id="256" r:id="R33bacd7c897141a6"/>
    <p:sldId xmlns:r="http://schemas.openxmlformats.org/officeDocument/2006/relationships" id="257" r:id="R8bdc23a404de406c"/>
    <p:sldId xmlns:r="http://schemas.openxmlformats.org/officeDocument/2006/relationships" id="258" r:id="R0f568403ada04ef8"/>
    <p:sldId xmlns:r="http://schemas.openxmlformats.org/officeDocument/2006/relationships" id="259" r:id="Rbf41143fb23f4ec8"/>
    <p:sldId xmlns:r="http://schemas.openxmlformats.org/officeDocument/2006/relationships" id="260" r:id="Re3f67ea5f91c44b7"/>
    <p:sldId xmlns:r="http://schemas.openxmlformats.org/officeDocument/2006/relationships" id="261" r:id="R4248127d5d7d4558"/>
    <p:sldId xmlns:r="http://schemas.openxmlformats.org/officeDocument/2006/relationships" id="262" r:id="R6e3e72b698924ebd"/>
    <p:sldId xmlns:r="http://schemas.openxmlformats.org/officeDocument/2006/relationships" id="263" r:id="Rbe9d226edb184dc6"/>
    <p:sldId xmlns:r="http://schemas.openxmlformats.org/officeDocument/2006/relationships" id="264" r:id="Ra5feb62d15214e1e"/>
    <p:sldId xmlns:r="http://schemas.openxmlformats.org/officeDocument/2006/relationships" id="265" r:id="Rfa54814789b644b8"/>
    <p:sldId xmlns:r="http://schemas.openxmlformats.org/officeDocument/2006/relationships" id="266" r:id="R010a94ec330d4faf"/>
    <p:sldId xmlns:r="http://schemas.openxmlformats.org/officeDocument/2006/relationships" id="267" r:id="R54f6660969524862"/>
    <p:sldId xmlns:r="http://schemas.openxmlformats.org/officeDocument/2006/relationships" id="268" r:id="Rf67523013d7b4417"/>
    <p:sldId xmlns:r="http://schemas.openxmlformats.org/officeDocument/2006/relationships" id="269" r:id="R1838749eb0004ac8"/>
    <p:sldId xmlns:r="http://schemas.openxmlformats.org/officeDocument/2006/relationships" id="270" r:id="R893f71169e874955"/>
    <p:sldId xmlns:r="http://schemas.openxmlformats.org/officeDocument/2006/relationships" id="271" r:id="R067daad3daa84b0b"/>
    <p:sldId xmlns:r="http://schemas.openxmlformats.org/officeDocument/2006/relationships" id="272" r:id="R4545bdf3dfbf45de"/>
    <p:sldId xmlns:r="http://schemas.openxmlformats.org/officeDocument/2006/relationships" id="273" r:id="R1f36e6a4c85043a4"/>
    <p:sldId xmlns:r="http://schemas.openxmlformats.org/officeDocument/2006/relationships" id="274" r:id="R08dcac45c6a24ea4"/>
    <p:sldId xmlns:r="http://schemas.openxmlformats.org/officeDocument/2006/relationships" id="275" r:id="R328963246f0547c0"/>
    <p:sldId xmlns:r="http://schemas.openxmlformats.org/officeDocument/2006/relationships" id="276" r:id="Rbdba35125cc44bd6"/>
    <p:sldId xmlns:r="http://schemas.openxmlformats.org/officeDocument/2006/relationships" id="277" r:id="R4711a65626454f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ead96a9ef64815" /><Relationship Type="http://schemas.openxmlformats.org/officeDocument/2006/relationships/slideMaster" Target="/ppt/slideMasters/slideMaster1.xml" Id="R24be630f246248cf" /><Relationship Type="http://schemas.openxmlformats.org/officeDocument/2006/relationships/notesMaster" Target="/ppt/notesMasters/notesMaster1.xml" Id="R39404650bcab499f" /><Relationship Type="http://schemas.openxmlformats.org/officeDocument/2006/relationships/presProps" Target="/ppt/presProps.xml" Id="Rfe81574ab4864adf" /><Relationship Type="http://schemas.openxmlformats.org/officeDocument/2006/relationships/tableStyles" Target="/ppt/tableStyles.xml" Id="Ra55623230d164678" /><Relationship Type="http://schemas.openxmlformats.org/officeDocument/2006/relationships/slide" Target="/ppt/slides/slide1.xml" Id="R33bacd7c897141a6" /><Relationship Type="http://schemas.openxmlformats.org/officeDocument/2006/relationships/slide" Target="/ppt/slides/slide2.xml" Id="R8bdc23a404de406c" /><Relationship Type="http://schemas.openxmlformats.org/officeDocument/2006/relationships/slide" Target="/ppt/slides/slide3.xml" Id="R0f568403ada04ef8" /><Relationship Type="http://schemas.openxmlformats.org/officeDocument/2006/relationships/slide" Target="/ppt/slides/slide4.xml" Id="Rbf41143fb23f4ec8" /><Relationship Type="http://schemas.openxmlformats.org/officeDocument/2006/relationships/slide" Target="/ppt/slides/slide5.xml" Id="Re3f67ea5f91c44b7" /><Relationship Type="http://schemas.openxmlformats.org/officeDocument/2006/relationships/slide" Target="/ppt/slides/slide6.xml" Id="R4248127d5d7d4558" /><Relationship Type="http://schemas.openxmlformats.org/officeDocument/2006/relationships/slide" Target="/ppt/slides/slide7.xml" Id="R6e3e72b698924ebd" /><Relationship Type="http://schemas.openxmlformats.org/officeDocument/2006/relationships/slide" Target="/ppt/slides/slide8.xml" Id="Rbe9d226edb184dc6" /><Relationship Type="http://schemas.openxmlformats.org/officeDocument/2006/relationships/slide" Target="/ppt/slides/slide9.xml" Id="Ra5feb62d15214e1e" /><Relationship Type="http://schemas.openxmlformats.org/officeDocument/2006/relationships/slide" Target="/ppt/slides/slide10.xml" Id="Rfa54814789b644b8" /><Relationship Type="http://schemas.openxmlformats.org/officeDocument/2006/relationships/slide" Target="/ppt/slides/slide11.xml" Id="R010a94ec330d4faf" /><Relationship Type="http://schemas.openxmlformats.org/officeDocument/2006/relationships/slide" Target="/ppt/slides/slide12.xml" Id="R54f6660969524862" /><Relationship Type="http://schemas.openxmlformats.org/officeDocument/2006/relationships/slide" Target="/ppt/slides/slide13.xml" Id="Rf67523013d7b4417" /><Relationship Type="http://schemas.openxmlformats.org/officeDocument/2006/relationships/slide" Target="/ppt/slides/slide14.xml" Id="R1838749eb0004ac8" /><Relationship Type="http://schemas.openxmlformats.org/officeDocument/2006/relationships/slide" Target="/ppt/slides/slide15.xml" Id="R893f71169e874955" /><Relationship Type="http://schemas.openxmlformats.org/officeDocument/2006/relationships/slide" Target="/ppt/slides/slide16.xml" Id="R067daad3daa84b0b" /><Relationship Type="http://schemas.openxmlformats.org/officeDocument/2006/relationships/slide" Target="/ppt/slides/slide17.xml" Id="R4545bdf3dfbf45de" /><Relationship Type="http://schemas.openxmlformats.org/officeDocument/2006/relationships/slide" Target="/ppt/slides/slide18.xml" Id="R1f36e6a4c85043a4" /><Relationship Type="http://schemas.openxmlformats.org/officeDocument/2006/relationships/slide" Target="/ppt/slides/slide19.xml" Id="R08dcac45c6a24ea4" /><Relationship Type="http://schemas.openxmlformats.org/officeDocument/2006/relationships/slide" Target="/ppt/slides/slide20.xml" Id="R328963246f0547c0" /><Relationship Type="http://schemas.openxmlformats.org/officeDocument/2006/relationships/slide" Target="/ppt/slides/slide21.xml" Id="Rbdba35125cc44bd6" /><Relationship Type="http://schemas.openxmlformats.org/officeDocument/2006/relationships/slide" Target="/ppt/slides/slide22.xml" Id="R4711a65626454f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37759cfe0d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836ca9c0884999" /><Relationship Type="http://schemas.openxmlformats.org/officeDocument/2006/relationships/notesMaster" Target="/ppt/notesMasters/notesMaster1.xml" Id="Re2e84bc1057647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98b4981470417e" /><Relationship Type="http://schemas.openxmlformats.org/officeDocument/2006/relationships/notesMaster" Target="/ppt/notesMasters/notesMaster1.xml" Id="R09ecb058ccb444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9939c8cfc4813" /><Relationship Type="http://schemas.openxmlformats.org/officeDocument/2006/relationships/notesMaster" Target="/ppt/notesMasters/notesMaster1.xml" Id="Re9601a33b07444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8976c82634933" /><Relationship Type="http://schemas.openxmlformats.org/officeDocument/2006/relationships/notesMaster" Target="/ppt/notesMasters/notesMaster1.xml" Id="Rc7275860f6d740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46e8c6faa84deb" /><Relationship Type="http://schemas.openxmlformats.org/officeDocument/2006/relationships/notesMaster" Target="/ppt/notesMasters/notesMaster1.xml" Id="R028ae8617c1c45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8efd27ccf64792" /><Relationship Type="http://schemas.openxmlformats.org/officeDocument/2006/relationships/notesMaster" Target="/ppt/notesMasters/notesMaster1.xml" Id="R153834faf32148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39e4a584d042e8" /><Relationship Type="http://schemas.openxmlformats.org/officeDocument/2006/relationships/notesMaster" Target="/ppt/notesMasters/notesMaster1.xml" Id="Rc32a082f9cdb4a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c67d5165ef493d" /><Relationship Type="http://schemas.openxmlformats.org/officeDocument/2006/relationships/notesMaster" Target="/ppt/notesMasters/notesMaster1.xml" Id="R2cba0fe8226c44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3ebd4b229246b9" /><Relationship Type="http://schemas.openxmlformats.org/officeDocument/2006/relationships/notesMaster" Target="/ppt/notesMasters/notesMaster1.xml" Id="R30bf9d472f8b4e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88225d286c4a65" /><Relationship Type="http://schemas.openxmlformats.org/officeDocument/2006/relationships/notesMaster" Target="/ppt/notesMasters/notesMaster1.xml" Id="R4b82d9d7969746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6ae75960da4924" /><Relationship Type="http://schemas.openxmlformats.org/officeDocument/2006/relationships/notesMaster" Target="/ppt/notesMasters/notesMaster1.xml" Id="R7c44944073dd40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60fce651d04dcd" /><Relationship Type="http://schemas.openxmlformats.org/officeDocument/2006/relationships/notesMaster" Target="/ppt/notesMasters/notesMaster1.xml" Id="Rb25d58978ffd41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4e46ed97904cd9" /><Relationship Type="http://schemas.openxmlformats.org/officeDocument/2006/relationships/notesMaster" Target="/ppt/notesMasters/notesMaster1.xml" Id="R9afc9772467842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c0d93ed02b4069" /><Relationship Type="http://schemas.openxmlformats.org/officeDocument/2006/relationships/notesMaster" Target="/ppt/notesMasters/notesMaster1.xml" Id="R06a700a6d00c44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e198fbefd04c94" /><Relationship Type="http://schemas.openxmlformats.org/officeDocument/2006/relationships/notesMaster" Target="/ppt/notesMasters/notesMaster1.xml" Id="R5da2779fc54f42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bd243caf6c465d" /><Relationship Type="http://schemas.openxmlformats.org/officeDocument/2006/relationships/notesMaster" Target="/ppt/notesMasters/notesMaster1.xml" Id="R8b4ee7d9ce004f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e52aaadf0d4e70" /><Relationship Type="http://schemas.openxmlformats.org/officeDocument/2006/relationships/notesMaster" Target="/ppt/notesMasters/notesMaster1.xml" Id="Rd3843ede72194f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391d6098e94b34" /><Relationship Type="http://schemas.openxmlformats.org/officeDocument/2006/relationships/notesMaster" Target="/ppt/notesMasters/notesMaster1.xml" Id="Ra684fb6e02ec46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3f08629de948c6" /><Relationship Type="http://schemas.openxmlformats.org/officeDocument/2006/relationships/notesMaster" Target="/ppt/notesMasters/notesMaster1.xml" Id="R34bca342c4ec4fc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ef6cf2c4624e1a" /><Relationship Type="http://schemas.openxmlformats.org/officeDocument/2006/relationships/notesMaster" Target="/ppt/notesMasters/notesMaster1.xml" Id="Rc3d0823763594f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ad1a3be0cd425c" /><Relationship Type="http://schemas.openxmlformats.org/officeDocument/2006/relationships/notesMaster" Target="/ppt/notesMasters/notesMaster1.xml" Id="Rcf11f9ec313443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6f7d0a29274a08" /><Relationship Type="http://schemas.openxmlformats.org/officeDocument/2006/relationships/notesMaster" Target="/ppt/notesMasters/notesMaster1.xml" Id="R76ab552dced8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story: this is not just CRUD; it is a complete support workflow.</a:t>
            </a:r>
          </a:p>
          <a:p xmlns:a="http://schemas.openxmlformats.org/drawingml/2006/main">
            <a:r>
              <a:t>Mention live frontend/backend URLs if presenting online.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practical operating system for support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focused on value: visibility, accountability, and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stack is intentionally deployable: static frontend plus containerized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browser, protected API, services, database, and realtime channel.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why the same app feels different depending on who signs 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bridge from architecture into the live demo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that screenshots are repository QA artifacts embedded directly into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live demo, show the admin assigning and then moving to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claim workflow: it fixes the common problem of unowned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simple: user experience is intentionally low-friction.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the chart is illustrative of dashboard concepts; the live dashboard uses backend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moment: open Reports, apply a filter, export PDF/Excel.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realtime is used for notification refresh, not for replacing all REST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Security angle: attachments are useful, but unsafe uploads are a common risk, so validation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overclaim: AI is optional and gracefully handles missing provider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obvious evaluator question: is it just a prototype, or is it deployable?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actual live URLs only if internet access is available during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there is no formal automated backend test suite yet; build and smoke checks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actual live demo order. Do not wander feature-by-feature.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builds trust: acknowledge limitations clearly without undermining the completed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 audience into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5639edb28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ab264572a44b89" /><Relationship Type="http://schemas.openxmlformats.org/officeDocument/2006/relationships/slideLayout" Target="/ppt/slideLayouts/slideLayout1.xml" Id="Rc351efb9b78647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51efb9b78647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7064cc5b64fce" /><Relationship Type="http://schemas.openxmlformats.org/officeDocument/2006/relationships/image" Target="/ppt/media/image.png" Id="R44a7bdd56b86405a" /><Relationship Type="http://schemas.openxmlformats.org/officeDocument/2006/relationships/notesSlide" Target="/ppt/notesSlides/notesSlide1.xml" Id="R6fc81d545d65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0a85c74c343f9" /><Relationship Type="http://schemas.openxmlformats.org/officeDocument/2006/relationships/notesSlide" Target="/ppt/notesSlides/notesSlide2.xml" Id="Rd35fac05651b46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ca243fe6849a7" /><Relationship Type="http://schemas.openxmlformats.org/officeDocument/2006/relationships/image" Target="/ppt/media/image2.png" Id="Refb168be26d94cb9" /><Relationship Type="http://schemas.openxmlformats.org/officeDocument/2006/relationships/notesSlide" Target="/ppt/notesSlides/notesSlide3.xml" Id="Rad6c71bd28f541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ec697423142dd" /><Relationship Type="http://schemas.openxmlformats.org/officeDocument/2006/relationships/notesSlide" Target="/ppt/notesSlides/notesSlide4.xml" Id="R334a2537b8834d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cacf32baf4711" /><Relationship Type="http://schemas.openxmlformats.org/officeDocument/2006/relationships/notesSlide" Target="/ppt/notesSlides/notesSlide5.xml" Id="R9cc22a6cb459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2f477c6745ff" /><Relationship Type="http://schemas.openxmlformats.org/officeDocument/2006/relationships/notesSlide" Target="/ppt/notesSlides/notesSlide6.xml" Id="R02205af466e0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b40e7db4742e8" /><Relationship Type="http://schemas.openxmlformats.org/officeDocument/2006/relationships/notesSlide" Target="/ppt/notesSlides/notesSlide7.xml" Id="Re92f7e6fdc954e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c243e829c4bc9" /><Relationship Type="http://schemas.openxmlformats.org/officeDocument/2006/relationships/image" Target="/ppt/media/image3.png" Id="R202de848c0af4c1f" /><Relationship Type="http://schemas.openxmlformats.org/officeDocument/2006/relationships/image" Target="/ppt/media/image4.png" Id="R55aede675489448b" /><Relationship Type="http://schemas.openxmlformats.org/officeDocument/2006/relationships/image" Target="/ppt/media/image5.png" Id="Ra5c734f8286b4e85" /><Relationship Type="http://schemas.openxmlformats.org/officeDocument/2006/relationships/notesSlide" Target="/ppt/notesSlides/notesSlide8.xml" Id="R5efbd91c8db84b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9c33106514034" /><Relationship Type="http://schemas.openxmlformats.org/officeDocument/2006/relationships/image" Target="/ppt/media/image6.png" Id="Rc7c5baa23dad463e" /><Relationship Type="http://schemas.openxmlformats.org/officeDocument/2006/relationships/notesSlide" Target="/ppt/notesSlides/notesSlide9.xml" Id="R1d60ee4bf3b74a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a45a1f59945fd" /><Relationship Type="http://schemas.openxmlformats.org/officeDocument/2006/relationships/image" Target="/ppt/media/image7.png" Id="R443245ab88c74368" /><Relationship Type="http://schemas.openxmlformats.org/officeDocument/2006/relationships/notesSlide" Target="/ppt/notesSlides/notesSlide10.xml" Id="R2fc250b93f2842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44ada45fe4e0f" /><Relationship Type="http://schemas.openxmlformats.org/officeDocument/2006/relationships/image" Target="/ppt/media/image8.png" Id="R3d896020e86d4054" /><Relationship Type="http://schemas.openxmlformats.org/officeDocument/2006/relationships/notesSlide" Target="/ppt/notesSlides/notesSlide11.xml" Id="Rbba28f9a43e44f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4e62d549942af" /><Relationship Type="http://schemas.openxmlformats.org/officeDocument/2006/relationships/image" Target="/ppt/media/image9.png" Id="R17ec37b49dc94c96" /><Relationship Type="http://schemas.openxmlformats.org/officeDocument/2006/relationships/chart" Target="/ppt/slides/charts/chart1.xml" Id="R2738fa213f454175" /><Relationship Type="http://schemas.openxmlformats.org/officeDocument/2006/relationships/notesSlide" Target="/ppt/notesSlides/notesSlide12.xml" Id="R54feb998e44e4f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783c389bd4c1c" /><Relationship Type="http://schemas.openxmlformats.org/officeDocument/2006/relationships/image" Target="/ppt/media/image10.png" Id="R83bb4ad998da4e0c" /><Relationship Type="http://schemas.openxmlformats.org/officeDocument/2006/relationships/notesSlide" Target="/ppt/notesSlides/notesSlide13.xml" Id="Rd1d0eba671f644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1f726d40c4852" /><Relationship Type="http://schemas.openxmlformats.org/officeDocument/2006/relationships/notesSlide" Target="/ppt/notesSlides/notesSlide14.xml" Id="Rc426b6bbaebb45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42cd3c0ef45ee" /><Relationship Type="http://schemas.openxmlformats.org/officeDocument/2006/relationships/notesSlide" Target="/ppt/notesSlides/notesSlide15.xml" Id="Rd2993f525d064a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6b39454de4bb2" /><Relationship Type="http://schemas.openxmlformats.org/officeDocument/2006/relationships/notesSlide" Target="/ppt/notesSlides/notesSlide16.xml" Id="R7634adb1cdd648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f705e9c574c59" /><Relationship Type="http://schemas.openxmlformats.org/officeDocument/2006/relationships/notesSlide" Target="/ppt/notesSlides/notesSlide17.xml" Id="R1327b472379e48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d1546814499d" /><Relationship Type="http://schemas.openxmlformats.org/officeDocument/2006/relationships/notesSlide" Target="/ppt/notesSlides/notesSlide18.xml" Id="Rd658702783f349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4e1ddc0844ef0" /><Relationship Type="http://schemas.openxmlformats.org/officeDocument/2006/relationships/notesSlide" Target="/ppt/notesSlides/notesSlide19.xml" Id="Rd9ffadcf365244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adb95fbe041cf" /><Relationship Type="http://schemas.openxmlformats.org/officeDocument/2006/relationships/notesSlide" Target="/ppt/notesSlides/notesSlide20.xml" Id="R3814f30f0bb541f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634c42c244f53" /><Relationship Type="http://schemas.openxmlformats.org/officeDocument/2006/relationships/notesSlide" Target="/ppt/notesSlides/notesSlide21.xml" Id="Rb0f7f78579584c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cce37e3a045cb" /><Relationship Type="http://schemas.openxmlformats.org/officeDocument/2006/relationships/notesSlide" Target="/ppt/notesSlides/notesSlide22.xml" Id="R5beb69d8e72744d1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Example distribution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Open</c:v>
              </c:pt>
              <c:pt idx="1">
                <c:v>Assigned</c:v>
              </c:pt>
              <c:pt idx="2">
                <c:v>In Progress</c:v>
              </c:pt>
              <c:pt idx="3">
                <c:v>Resolved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6D0D1-5B73-4626-B296-6A380028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IT Help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5DAFC-14C2-4209-BFCE-F54AE124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2033"/>
                </a:solidFill>
              </a:defRPr>
            </a:pPr>
            <a:r>
              <a:rPr sz="4350" b="1">
                <a:solidFill>
                  <a:srgbClr val="102033"/>
                </a:solidFill>
              </a:rPr>
              <a:t>Ticket Management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0CFB5-2D9A-47BA-AD85-929D4C50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A full-stack SaaS-style support workflow for tickets, roles, reports, attachments, notifications, and AI assistance.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01804-AAD7-4849-ACDC-6B05C358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7996A-895B-47D1-8733-3F767BC0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React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51ED1-2BE3-417A-B23F-FB0FE7B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0050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EEFDA-37EA-427C-994D-9AF46BA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862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ASP.NET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F41AD-C644-45A0-B324-B8052E5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1619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8FA6E-ABFA-4A8B-805C-852CE902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862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JWT + SignalR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209E2-335C-4974-A087-D8079EEA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4886C-44ED-49D9-B51C-BC250DBA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862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SQLite / PostgreSQL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7bdd56b86405a"/>
          <a:srcRect xmlns:a="http://schemas.openxmlformats.org/drawingml/2006/main" l="28073" t="0" r="28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723900"/>
            <a:ext cx="3714750" cy="476250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28A7A-3C9D-4B19-A349-8A8FB85A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1BAD5-C6BE-413F-BBA7-9114F1F7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8CBD6-24A7-443F-A91D-7B7193C7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4416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B8A24-2AD8-4311-8F60-5C2C65CC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6D7AB-760B-4979-A661-92F5BEB7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The operational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20C7E-90CC-40F9-8692-23C7F2C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9F95C-8C3F-4D27-AC88-97BE4520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42165-C9D8-4A35-862C-DD8B2550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88A29-46C2-4F4E-821C-34CEB26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0B4E8-64CA-47D9-A192-76971E0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B82D0-8B2F-46C7-8C7D-92D55FB2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Requests scatter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B1CA3-B3F5-42F5-9A8E-7759B80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Issues arrive through chat, email, and hallway conversations without a reliable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F4EE4-96DD-4B94-8AE7-3C7F3198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2074D-E8A0-4D53-99E1-92A6A4E8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49254-A1C8-44FC-ABAD-034A2C4F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Ownership is unclear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7A023-399C-43B0-8F0F-81E4F16E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819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Support agents need a visible queue, assignment history, and status accountability.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3268E-27A1-4D81-99EA-61DFE000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9C15C-8617-4177-B918-B54909DE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7290C-A547-4165-87F0-AEC6C5A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Reporting is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27D93-2F11-4948-BE2C-31DBD2A6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8194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Managers need quick answers about backlog, urgency, workload, and resolution progress.</a:t>
            </a:r>
          </a:p>
        </p:txBody>
      </p:sp>
    </p:spTree>
    <p:extLst>
      <p:ext uri="{BB962C8B-B14F-4D97-AF65-F5344CB8AC3E}">
        <p14:creationId xmlns:p14="http://schemas.microsoft.com/office/powerpoint/2010/main" val="1385590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BDA64-9367-4A6C-8B91-C56C64A4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WHAT IT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55047-4B77-47A3-98E3-1E4C150B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Product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79E7C-29B3-4B03-90C2-C463BE54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7A8D-5998-42D2-8474-2A229EA8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99942-AAE2-4754-B3FA-CE61B25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425BE-F347-446F-A3AA-1A7E849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08B39-E15C-4DDF-B5F8-93FBC41E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Centralizes tickets from request to resolution.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5467B-AEDA-4DB1-A46F-5768555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83E28-F1B7-4FB5-BF50-DDDAAB35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Separates Admin, Agent, and User experiences.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14799-98D7-4A0F-A3E2-E3ACB51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FB728-26C8-42BA-9113-E5EEA2D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Tracks comments, attachments, status history, notifications, and audit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0534D-19A2-420A-BA10-3CF3E97C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E21B4-CC36-4E6A-B04E-2456787B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Turns support activity into dashboards, filters, PDF exports, and Excel exports.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A2A07-CD40-4B23-9878-780BC9FE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140E8-23C8-46B9-A11F-4BFB262A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567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Integrates optional AI assistance without exposing provider keys to the frontend.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168be26d94cb9"/>
          <a:srcRect xmlns:a="http://schemas.openxmlformats.org/drawingml/2006/main" l="0" t="24898" r="0" b="24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619250"/>
            <a:ext cx="390525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</p:spTree>
    <p:extLst>
      <p:ext uri="{BB962C8B-B14F-4D97-AF65-F5344CB8AC3E}">
        <p14:creationId xmlns:p14="http://schemas.microsoft.com/office/powerpoint/2010/main" val="1018911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1E3213-BC07-47CC-80BE-76CC6CBA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D536A-2E20-4880-8824-D2834675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7E109-B6C6-446E-84CA-F26E6446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43CD8-5CC3-4EE3-9B59-D34D587C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ED7FA-8FCA-4733-835D-A4D50EF5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0E166-967D-492A-AD50-EFC03259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14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8F495-0CA7-4821-BD69-F25B931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9E013-129A-498B-9073-45DD1C9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CF1CD-FE9C-44AA-BEEB-81E47ED8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React 19, Vite, React Query, Recharts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EB87B-1F25-4AA6-93DD-27826A4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314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893D7-C708-42C1-94E5-8A08F245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FE5ED-AE02-458C-876C-3D6012DA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18B8B-3F1C-448E-8D4B-11046D0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ASP.NET Core / .NET 9 Web API, EF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F66FA-142B-4340-85FE-A5E3065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314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3727A-13E5-467D-979F-0509A91C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17253-ACE7-43FF-B5CD-9D1C9CFA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DE980-6C5D-459E-AC17-EE885970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JWT bearer auth, role policies, login rate limiting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F1E95-7D48-42F7-B4BE-34D83154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314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8974E-CEEB-4724-BF72-801562C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8D229-377D-45A7-877B-2E68FC53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2FBF3-0768-4731-9A45-529967A0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SQLite by default; PostgreSQL provider included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DD441-AC29-4E5B-86BC-FE1A3088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7575"/>
            <a:ext cx="314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0B4F0-545B-47CB-895A-61353297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75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DF7C1-B594-41C6-8937-F565451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Realtime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7F1E0-E9C1-4D2A-9C7A-6F2028F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SignalR notification hub and client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E75AD-EB1E-44B6-A94C-FE9040D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57575"/>
            <a:ext cx="314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81B29-688D-4225-8A2B-1FEAF396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575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60565-F572-4C2B-AEB8-2E027F09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671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E3D8D-0FCD-4F7B-9A7E-37471726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GitHub Pages, Docker, Railway, Render example</a:t>
            </a:r>
          </a:p>
        </p:txBody>
      </p:sp>
    </p:spTree>
    <p:extLst>
      <p:ext uri="{BB962C8B-B14F-4D97-AF65-F5344CB8AC3E}">
        <p14:creationId xmlns:p14="http://schemas.microsoft.com/office/powerpoint/2010/main" val="34588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789E83-7709-4AC2-8BEC-D4185B58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9389D-F290-43DC-B657-99B5B77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4EBFF-A5FA-44C4-A9DE-DF95AF6D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0AD31-A5C2-4AC4-BEE9-C0DA1FC5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EEC9-EC6E-44CD-B762-6044A029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989D-89FC-4B67-B4DD-82467009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57734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76C35-DDB1-4BB2-ACF8-5C2BFE64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348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React + Vite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80311-4639-4EA8-B21A-14698032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" y="29908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413CF-DCDE-4058-B159-70C55B8E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2571750"/>
            <a:ext cx="157734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8F439-9875-4A0A-9393-51F0AB78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2800350"/>
            <a:ext cx="1348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REST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07B4C-1A72-4729-A7D3-7A0AC6F1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455" y="29908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26B8D-7ADF-4B7B-BCF7-F92A1A1A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2571750"/>
            <a:ext cx="157734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F2C1B-FA85-4AEC-93F2-6F75CED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630" y="2800350"/>
            <a:ext cx="1348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ASP.NET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320A2-B27F-4067-BDD5-01A111CA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29908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6F9D0-8178-49DE-91CB-456C1391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0" y="2571750"/>
            <a:ext cx="157734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5EBC2-385F-4934-841F-CC51029D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420" y="2800350"/>
            <a:ext cx="1348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EF 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7D309-7AC1-4397-B29F-7D65087C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035" y="299085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6E567-C919-4FF3-958E-E6AD2DB1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1910" y="2571750"/>
            <a:ext cx="157734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CD1D7-0863-47A3-B58D-646BEF90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2800350"/>
            <a:ext cx="1348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SQLite /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2931D-0BA2-4D54-BE33-DD892C3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3143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940AF-5D5B-4066-9370-48FCA416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71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0EA7D-AC6D-470E-8C3F-EA9F2E83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81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SignalR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6D871-BD6B-405D-ACBD-6B351B27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Notifications use a dedicated hub so clients refresh notification state in real 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E48F8-847E-44EA-AA39-93416DA6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57150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32945-F29A-4955-9DDD-86F5BF2C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CD740-27A1-4D0A-9CF3-0C6A0242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Config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6261C5-7554-4950-AD6C-E57C3890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AI provider keys, JWT secret, database connection, CORS, and upload limits stay backend-side.</a:t>
            </a:r>
          </a:p>
        </p:txBody>
      </p:sp>
    </p:spTree>
    <p:extLst>
      <p:ext uri="{BB962C8B-B14F-4D97-AF65-F5344CB8AC3E}">
        <p14:creationId xmlns:p14="http://schemas.microsoft.com/office/powerpoint/2010/main" val="374869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BCF33-DA14-4921-9BB2-8D1B726F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PERMISSIONS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52E0F-2D11-46A2-90E2-204D33C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User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D0C6B-E184-4DA5-976A-3B274093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DE2FD-2342-4A38-93B3-AF145954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1FF8-F7ED-4EC6-84A4-B87EB1FF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84CF1-746D-4B6D-A07C-3B37DAA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DB1F5-5625-481E-AE79-112393B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C768D-0C72-4FAA-956A-335E598F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1515D-F1CD-41F1-BA57-572DB02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Full visibility, ticket assignment, metadata edits, deletion, dashboard, reports, and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4BD83-06BB-4854-AA15-194BB8F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4D554-C598-4605-8CDC-7C001131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5C2CA-4939-4717-8B65-C7E886E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3B44-F823-4532-9603-3188B329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Assigned + unassigned queue, claim workflow, status changes, internal notes, attachments, and AI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E67BF-B68F-47B8-8D58-C0DFBE2C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E57F3-AA9A-474F-8C00-395BED2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A4AB6-DC80-431D-AC59-B71EBBCE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83098-CD39-477F-B09A-B6BF192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Create requests, track own tickets, comment publicly, and attach supporting files.</a:t>
            </a:r>
          </a:p>
        </p:txBody>
      </p:sp>
    </p:spTree>
    <p:extLst>
      <p:ext uri="{BB962C8B-B14F-4D97-AF65-F5344CB8AC3E}">
        <p14:creationId xmlns:p14="http://schemas.microsoft.com/office/powerpoint/2010/main" val="197837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06462-2C8F-4E1C-9C4D-D8294FE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159CB-E082-4F45-961E-4CB76A22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Ticket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C5170-43E5-4985-BB16-C8B31717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ECE5C-0A42-48A3-BA95-01D6BBA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8D9C4-7A1B-45A1-A022-4E930C4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20008-18D2-4B66-B74F-BE23B4C3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539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0C8BC-EC29-4486-B151-7F4D53D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1311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C4D31-3ADD-4C11-AB2C-E0AB59DA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23145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82791-D678-45A9-B9CB-E3412541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075" y="1952625"/>
            <a:ext cx="1539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D9E5D-9088-45C8-A1AE-30A2A50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75" y="2181225"/>
            <a:ext cx="1311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Categorize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4DC3E-3DF1-40A6-AAF4-3E09DA91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525" y="23145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FB12A-84CD-40F5-B38D-993D234C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1952625"/>
            <a:ext cx="1539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5AD4D-C1D2-4DED-842F-423F7944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2181225"/>
            <a:ext cx="1311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Assign /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23792-B1A1-4910-A97C-825507DF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145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E0489-48FC-4A00-9177-8DB1969A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952625"/>
            <a:ext cx="1539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DF7E5-15C9-4E73-B594-962010F2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81225"/>
            <a:ext cx="1311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51963-8B33-4989-A38C-FB700ED0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175" y="23145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3BF67-E511-4549-8113-CE06D41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1952625"/>
            <a:ext cx="1539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661BA-EAD2-4F36-8EC4-47CFEF1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2181225"/>
            <a:ext cx="1311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Resolve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73CB0-0CD9-4F5A-94C7-FD027E2A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23145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AFB18-D5F5-4451-B2FB-C2C6701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375" y="1952625"/>
            <a:ext cx="15398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9B844-E02A-479A-8515-39E74CEA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675" y="2181225"/>
            <a:ext cx="1311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F1FA18-EABA-4AC2-A4AE-5808BB2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5B6A8F-4245-4089-935A-23A4B982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853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Statuses: Open, Assigned, In Progress, Waiting for User, Resolved, Closed.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F733C-25A5-4978-AC24-F73EE771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99A1F-F379-4DAE-AB07-FACE0002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90975"/>
            <a:ext cx="853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Priorities: Low, Medium, High, Urgent.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AAA24D-A78E-4A1E-BAE0-082BD39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10BC6-DC51-41F0-83A7-640C0DB9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05325"/>
            <a:ext cx="853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Every meaningful action is visible through detail, status history, comments, or activity logs.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F0C23-ACE5-4FA4-A4B5-A24CACBB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A4662-9935-4AB0-B2D8-7A55BB8F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853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Agents can claim unassigned tickets without receiving full admin permissions.</a:t>
            </a:r>
          </a:p>
        </p:txBody>
      </p:sp>
    </p:spTree>
    <p:extLst>
      <p:ext uri="{BB962C8B-B14F-4D97-AF65-F5344CB8AC3E}">
        <p14:creationId xmlns:p14="http://schemas.microsoft.com/office/powerpoint/2010/main" val="1040571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E568E-004B-4DF8-B903-4B16849A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AAAE4-B150-4D2E-B472-F053BF32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UI showcase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33A16-925E-441D-B4A2-0D67DEDA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89C21-ECF5-4BAC-87F7-3496DC1A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0CF9F-B31B-4B35-B38C-0E4142C5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de848c0af4c1f"/>
          <a:srcRect xmlns:a="http://schemas.openxmlformats.org/drawingml/2006/main" l="26003" t="0" r="260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3333750" cy="39052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ede675489448b"/>
          <a:srcRect xmlns:a="http://schemas.openxmlformats.org/drawingml/2006/main" l="1315" t="0" r="1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1619250"/>
            <a:ext cx="3333750" cy="39052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734f8286b4e85"/>
          <a:srcRect xmlns:a="http://schemas.openxmlformats.org/drawingml/2006/main" l="0" t="42131" r="0" b="42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619250"/>
            <a:ext cx="2381250" cy="3905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35638-8D66-439F-87D8-77DD497A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Role shortcuts, responsive layout, readable states, and a SaaS-style visual system.</a:t>
            </a:r>
          </a:p>
        </p:txBody>
      </p:sp>
    </p:spTree>
    <p:extLst>
      <p:ext uri="{BB962C8B-B14F-4D97-AF65-F5344CB8AC3E}">
        <p14:creationId xmlns:p14="http://schemas.microsoft.com/office/powerpoint/2010/main" val="369198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0C8A2-C570-4089-81E2-CC82748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ADMIN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65B3F-E9CE-49B3-87F2-1D5EFCA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Admin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0D564-6046-4817-9B31-94C73720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7FC5F-2A29-4AA1-BE29-D565F7DC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47DC2-3BD2-472A-A3C5-F291D718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5baa23dad463e"/>
          <a:srcRect xmlns:a="http://schemas.openxmlformats.org/drawingml/2006/main" l="0" t="29951" r="0" b="29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53340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92F8F-435F-49AD-A3AC-59688EDE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B8DF8-16E7-4768-9AAB-DBC13005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097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Broad ticket visibility.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75347-E270-4420-B5E1-EC2E76F9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ABE62-0D94-4F31-A272-EC19E50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6220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Assign or reassign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A27C4-E650-4749-AD42-1608779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428E8-C122-41A9-8F99-579474D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146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Edit ticket metadata and delete when appropriate.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FDC19-62ED-4050-A436-AD241D1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D3F82-975A-45D9-8A14-9D87666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46710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Open dashboard and reports for operational review.</a:t>
            </a:r>
          </a:p>
        </p:txBody>
      </p:sp>
    </p:spTree>
    <p:extLst>
      <p:ext uri="{BB962C8B-B14F-4D97-AF65-F5344CB8AC3E}">
        <p14:creationId xmlns:p14="http://schemas.microsoft.com/office/powerpoint/2010/main" val="129401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72674A-5402-46A8-94A7-30C5EC3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AGENT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4FF8B-A059-4251-A58B-F7011AE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Agent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7446E-92B3-4417-A0B9-AC81ED4C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C5758-8BF0-4C22-A5C6-30BFD72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C7946-E74F-4E8F-B991-D9744B22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245ab88c74368"/>
          <a:srcRect xmlns:a="http://schemas.openxmlformats.org/drawingml/2006/main" l="0" t="29270" r="0" b="292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53340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136CB-0F3F-48D8-812D-A146305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D374E-3279-4BB5-AF0C-59838176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097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Assigned and unassigned tickets are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F8281-AD06-4D31-AE71-5D7FFC9B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8057C-1A90-447E-9F1B-3C065D53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6220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Claim creates ownership without admin power.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80E37-222A-4A04-8510-2185BCE5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9F6B1-C7CC-423E-8996-069EA5A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146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Status updates and internal notes support day-to-day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82A0D-8FB6-41FC-8533-56BE31E0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48717-3A0B-451C-B4BF-47B57DD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46710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AI panel supports summarization and troubleshooting when configured.</a:t>
            </a:r>
          </a:p>
        </p:txBody>
      </p:sp>
    </p:spTree>
    <p:extLst>
      <p:ext uri="{BB962C8B-B14F-4D97-AF65-F5344CB8AC3E}">
        <p14:creationId xmlns:p14="http://schemas.microsoft.com/office/powerpoint/2010/main" val="1889436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A178B-F4E3-43A7-93D2-9CEAC430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REQUESTER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97C62-8EE1-4A26-BDA5-6C742B6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User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C0208-A328-40F9-A693-834CF134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E7662-B6A8-40B6-BA65-73C9903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46AB4-4D1E-4778-836F-9C5A71E4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96020e86d4054"/>
          <a:srcRect xmlns:a="http://schemas.openxmlformats.org/drawingml/2006/main" l="0" t="26903" r="0" b="26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53340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24BC2-762D-42E7-97FE-E2C10E59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85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121A2-1D14-4DCE-BE33-F450940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097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Simple request creation.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21E88-70E8-4528-ABD7-23EE887A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108A9-23C6-4999-A15B-9897330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6220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Users see their own tickets.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C51A4-513C-44E0-9D6A-F6E6885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BECC-A229-4921-86E1-1D67B6B1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1465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Public comments support back-and-forth communication.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EAF6F-1BD6-47E8-8E51-43F8EDFE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6891B-BB6B-4842-B35F-10F23DD9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467100"/>
            <a:ext cx="3867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Attachments keep evidence connected to the request.</a:t>
            </a:r>
          </a:p>
        </p:txBody>
      </p:sp>
    </p:spTree>
    <p:extLst>
      <p:ext uri="{BB962C8B-B14F-4D97-AF65-F5344CB8AC3E}">
        <p14:creationId xmlns:p14="http://schemas.microsoft.com/office/powerpoint/2010/main" val="1816546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E4A49-75DF-43A1-9274-65CD538E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B3D5E-95F4-4E81-A793-6A85D850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Dashboard and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39D98-3C58-4425-A07C-BD5A0B22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0CF71-0797-4AD5-B61A-E351C7DC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0E2C0-04E8-4D18-AC0C-1AC97D1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c37b49dc94c96"/>
          <a:srcRect xmlns:a="http://schemas.openxmlformats.org/drawingml/2006/main" l="6271" t="0" r="62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53340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0" y="2095500"/>
          <a:ext xmlns:a="http://schemas.openxmlformats.org/drawingml/2006/main" cx="3429000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38fa213f45417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4A82E-CB68-4494-BFD5-999D2A5A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KPIs, status distribution, activity trends, and recent activity provide a fast support-health snapshot.</a:t>
            </a:r>
          </a:p>
        </p:txBody>
      </p:sp>
    </p:spTree>
    <p:extLst>
      <p:ext uri="{BB962C8B-B14F-4D97-AF65-F5344CB8AC3E}">
        <p14:creationId xmlns:p14="http://schemas.microsoft.com/office/powerpoint/2010/main" val="1343623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00998-D13A-493B-BE98-0EAB6749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REPORTING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7CD4A-5425-457E-B6A6-49C4CFD6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Reports and exports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E82C-B30F-4472-BAB7-55DAB25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CCE1F-D526-416C-96AE-E1AA8546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1439F-6AA0-49ED-AD66-75A8B75C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b4ad998da4e0c"/>
          <a:srcRect xmlns:a="http://schemas.openxmlformats.org/drawingml/2006/main" l="0" t="30221" r="0" b="30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56197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A6C53-C9C9-48FB-A78E-74686A4B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619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4891C-367F-45C5-B5CC-2B7EBBB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54AD9-DD55-43A9-976C-55921CD3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Report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2BA55-B8BE-414D-9A05-C8490CC8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05050"/>
            <a:ext cx="320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Filter tickets by operational dimensions, review summaries, and export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A0D4E-759A-40B3-9751-FCE5E19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3619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875C-F884-43E3-B16E-FED85A68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A214F-B6B6-4AED-B992-728423A8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042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81716-B351-4C5E-8ED3-2F957151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81425"/>
            <a:ext cx="320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PDF and Excel outputs are generated by backend report services.</a:t>
            </a:r>
          </a:p>
        </p:txBody>
      </p:sp>
    </p:spTree>
    <p:extLst>
      <p:ext uri="{BB962C8B-B14F-4D97-AF65-F5344CB8AC3E}">
        <p14:creationId xmlns:p14="http://schemas.microsoft.com/office/powerpoint/2010/main" val="2046531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73564-E154-474D-8FED-1731F4D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SIGNALR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7F7FF-F155-4B8D-A488-401E8B5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Notifications and realtime updates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DDBFC-D6D0-405B-A299-1F18DED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DD440-7F34-43F3-A792-EDDF422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176D9-F74E-4FBA-8759-10C46191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317EF-80BE-49F3-B1AC-179EF5DC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4404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C817D-0068-42AE-8455-FC7C327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6154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Ticket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C57EA-7391-49F8-8D89-C87A5796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365" y="2757488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1F358-B708-4D31-9641-5C90CAB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2381250"/>
            <a:ext cx="184404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F9B4D-82B7-488F-B4ED-DF2A0D03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540" y="2609850"/>
            <a:ext cx="16154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Notification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DD2BB-C29C-4BD5-8BD9-A477A9C6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855" y="2757488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FD141-C2C4-46A0-8353-6AF49911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730" y="2381250"/>
            <a:ext cx="184404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3758C-D4C7-4E64-9CA6-9160502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030" y="2609850"/>
            <a:ext cx="16154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9BFF4-CCE5-48A5-A601-873F692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345" y="2757488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129B6-457F-41AB-9E51-5D86D1AD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381250"/>
            <a:ext cx="184404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FEEFC-457D-4374-941D-65D498C6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2609850"/>
            <a:ext cx="16154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SignalR refresh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D7E2A-6A71-45B8-B8C7-DE7734D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835" y="2757488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F2B64-3D1B-4F41-B3B0-67C04B7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710" y="2381250"/>
            <a:ext cx="184404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8253C-97FE-4A6A-BA49-432F76F9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0" y="2609850"/>
            <a:ext cx="161544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Notification 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74351-8B5B-4DE0-9C2E-102058D1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095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409B5-5C84-4EB2-B6C9-DEAED084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08CFB-E15A-4A5E-9B65-B0D9B0E2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Read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55A91-B551-4EA7-B7A6-0F543763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3676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Users can mark individual notifications or all notifications as read.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B867E-7B18-4946-A5E1-6D86313C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4762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F2A507-403D-4B41-949E-95977BD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3518F-F334-4655-B7E0-6E99EFD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Demo-safe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02FA5-89BC-4F2F-812B-820D253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910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Expired sessions are cleared gracefully so stale JWTs do not leave a fake logged-in state.</a:t>
            </a:r>
          </a:p>
        </p:txBody>
      </p:sp>
    </p:spTree>
    <p:extLst>
      <p:ext uri="{BB962C8B-B14F-4D97-AF65-F5344CB8AC3E}">
        <p14:creationId xmlns:p14="http://schemas.microsoft.com/office/powerpoint/2010/main" val="2140187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0356B-97FA-47CB-AB4C-97F46053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FILE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8F00F-1A1B-439B-8EEA-90A9EE5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Attachments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77820-7063-4CC8-91E3-35F48A5B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027E-1224-4793-B185-2CF00FD5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A3777-C547-491A-A560-A3AEDADE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A0C62-1749-40BF-B601-9313752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095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89932-4326-4F4F-AFEE-7C70D36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0411D-633A-42DE-BDE2-851368B4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669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Allowed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97FE6-DEB8-4560-8957-8C9EE407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3676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PNG, JPG/JPEG, WEBP, PDF, DOCX, XLSX, TXT.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D1830-D842-4622-979C-881E71F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95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C166A-FA11-4B42-9910-E5F4FB1F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31BD8-47E9-4D95-BE1C-C3D292C7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90925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0617D-49BA-4728-82B0-20DD4BEA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3676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The backend checks size, MIME type, and file signatures where practical.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DB5C4-3A25-4561-9E86-40F95BC2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4476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18E8A-5CE1-4BE5-B218-803D60C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6D86E-5868-4640-842B-A8260D5A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60049-35BC-47B8-BDE4-5B31DC44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67050"/>
            <a:ext cx="4057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Upload, download, and delete actions are tied to ticket permissions.</a:t>
            </a:r>
          </a:p>
        </p:txBody>
      </p:sp>
    </p:spTree>
    <p:extLst>
      <p:ext uri="{BB962C8B-B14F-4D97-AF65-F5344CB8AC3E}">
        <p14:creationId xmlns:p14="http://schemas.microsoft.com/office/powerpoint/2010/main" val="1363880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D75B6-2A7E-483D-B32C-88D89CB9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OPTIONAL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D193D-21EA-46CC-89A7-8A63BAA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AI assistance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AC432-9681-4449-AC5A-E8CDC01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8D12-B876-4649-96C4-83FB019B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55759-F0FD-490A-BE66-67990622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38AB8-22F9-427E-B0F1-5C7415CB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1248-2CF4-425D-9B88-746380CF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859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Categorize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EE144-9C8E-4E0E-A915-FAAD3CB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025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DA2BA-0812-4ADF-8F16-0E1D7FB8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859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Recommend priority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63BBB-24F0-49BF-B763-6253705E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B1BD5-6BBB-43EB-800D-5E78648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859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Summarize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E0FB0-D30E-48FA-8411-FFC21CA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E8268-FB3C-4D26-BF6E-0304982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Troubleshooting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7EA7C-007B-475D-BD7A-9DFBFB5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B36E4-0AF1-4B3E-A2A9-B2EEDE0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432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Ticket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4E88E-EC70-45FC-BE32-BA53639A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381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82F55-722A-4FB3-A8A7-787880AA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Knowledge-base 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5A7F0-022C-419D-A9EC-D36985CE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Provider keys stay on the backend. If no provider is configured, the UI returns a graceful configuration message instead of pretending the feature is active.</a:t>
            </a:r>
          </a:p>
        </p:txBody>
      </p:sp>
    </p:spTree>
    <p:extLst>
      <p:ext uri="{BB962C8B-B14F-4D97-AF65-F5344CB8AC3E}">
        <p14:creationId xmlns:p14="http://schemas.microsoft.com/office/powerpoint/2010/main" val="13283131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59AEB-C094-4A46-AD49-BC14744E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PRODUCTION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B356C-B148-464C-A131-D56ABEB3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Security and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BC686-3BC2-4C76-90EF-88D89B7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E96AA-9C50-4FF3-86D2-7FAE88B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E1725-F63F-4E07-BC8D-3EC803D5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A792D-B5E0-4D77-8E68-2CDFE3E9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3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C46DF-2730-4E94-80E1-061D5826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62125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JWT bearer auth and role-based policies.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B4AF9-AE6A-4CFD-88DB-E383E115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34736-547D-466E-8321-430D7408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14575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Login rate limiting and stale-session cleanup.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8B6F6-73EF-416C-852E-32D5AD5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41134-6AB0-48A7-A59F-2E18329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67025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CORS origin configuration for deployed frontend.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39693-9F2F-4CB5-B729-A282D4E5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41A81-5FDF-436C-AD56-2AAF3F7C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Health endpoint checks database connectivity.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A1B0A-D0DA-41EB-88EB-A3FC87F7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BC996-826C-4598-B1C5-FE1185E1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Environment-driven database, JWT, uploads, AI, and demo-account settings.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3D44E-533E-4B0B-8BCA-7070E65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A8687-EC8A-46CE-A400-D8BBFEE7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24375"/>
            <a:ext cx="929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Upload validation reduces file handling risk.</a:t>
            </a:r>
          </a:p>
        </p:txBody>
      </p:sp>
    </p:spTree>
    <p:extLst>
      <p:ext uri="{BB962C8B-B14F-4D97-AF65-F5344CB8AC3E}">
        <p14:creationId xmlns:p14="http://schemas.microsoft.com/office/powerpoint/2010/main" val="14877201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A8BB1-6BC3-4F24-8AB9-6D96DD2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SHIP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8420C-7D2E-49C0-ACDB-90F72EC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DE6AF-176D-4145-8657-D736188E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D3076-C0EA-4675-BE52-C78D5D37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D2CF9-6769-45C1-8EBD-0AB0313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E2B76-DD0A-4240-8813-7A1797E0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4B414-BCC2-407C-9423-7F92E2E4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GitHub push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ABBC0-1087-47B8-999D-1A432A5C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22383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80A04-2C78-4348-88B3-26EA5F7E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1905000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E5759-7F28-4D17-841F-93311947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2133600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Pages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44ABF-34F4-4CB2-8444-D1A9A06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383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05CDE-B290-4A34-B22B-CE16E67D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905000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0D338-91E6-44C6-AC3E-E4329AE6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33600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frontend/dist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5BD8D-CFC9-473B-AAFC-6B674F13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2238375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65472-4E77-452A-BAFA-BA955765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1905000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04C6D-502D-417F-8F67-25CF900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133600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GitHub Pages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3DA0D-3063-4463-BA14-89BBEAE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F8CDC-3486-455D-8CB1-151642B3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Dockerfile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0CF39-FDE3-4160-A371-4C9AB6FA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6195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B26FA-ABB5-45F4-8C34-679A2A52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3286125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05B97-9A41-4029-B94A-46F68C6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3514725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Railway / Render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990C9-9750-4EF0-837C-249A0CE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195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A8802-B234-4330-BA01-94E611B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286125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C71BA-9792-4962-B160-D6AF19C5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514725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/healthz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AD564-3DD8-46EC-9DE8-BC042B92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36195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8C794-8AD9-47BE-B96A-40EE608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3286125"/>
            <a:ext cx="2014538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0571D-D638-4F07-8BD2-10BE1B4E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514725"/>
            <a:ext cx="178593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API online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D3334B-0578-4AE6-8365-6246781D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619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7CAE06-D3CE-49BD-91D3-A6945E17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8727A-E281-44A4-8227-8D4A4C83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577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Runtime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1EC94-7B34-46BC-9399-E79B43B3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3875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`VITE_API_BASE` points the static frontend to the hosted API `/api`.</a:t>
            </a:r>
          </a:p>
        </p:txBody>
      </p:sp>
    </p:spTree>
    <p:extLst>
      <p:ext uri="{BB962C8B-B14F-4D97-AF65-F5344CB8AC3E}">
        <p14:creationId xmlns:p14="http://schemas.microsoft.com/office/powerpoint/2010/main" val="11101469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B8ACE-E8D2-4726-A02A-AB0EEC9C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DB650-55DB-4A15-B21F-1ECF3E24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QA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612A9-BCE5-47D7-B501-632D598B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7970A-FB7A-4195-B73A-BEA278A3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48ACD-ECD0-4D26-8A05-C5F0AD97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59642-5F08-4F1B-BCD6-E90FD637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69CF1-2667-42B6-8212-D4FC3E29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D6002-D38F-4FE0-9F20-BFBB08C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Backend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293CC-E55D-4F1E-8100-C2817E64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914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dotnet restore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 dotnet build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 dotnet test command exits cleanly; no dedicated test project yet.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D982B-3B4A-4404-89D2-212A151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331F5-C40A-420E-8060-C931416C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5D414-B1F7-40EC-B3AD-D35384F6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19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FE92D-155E-45D8-A5C0-C90D69E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00300"/>
            <a:ext cx="2914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npm install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 npm run lint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 npm run build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 npm audit: 0 vulnerabilities.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F32C1-0A71-4617-87A5-B5B4AB1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EDAEC-8855-4669-BC63-A3E439B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6553F-4A06-4518-89BB-4B41086D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Smoke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413C0-854C-41FA-A548-D94F3526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914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Live frontend HTTP 200.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Backend /healthz ok.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 logins verified.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D1D93-638C-44ED-8346-57A835CC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Repository includes QA screenshots, PDF, and spreadsheet artifacts used as presentation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0473723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6F886-B921-408F-AC45-C9E2A68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PRESENTATION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2F157-2A02-4E56-BEC7-89C841F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Live demo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8D98B-21EE-453D-9E7C-498B557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C2D8A-1576-4AA4-B2D9-0A08CF5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5AF98-4CC7-422C-AE33-26AF208E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84EC9-CA96-4F9A-B0F3-29890E0F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6E1AE-4CBD-4361-A220-9C8A6E94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66975"/>
            <a:ext cx="135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User creates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5E19A-901B-4DE9-B7D0-1306FB0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25908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60FD7-81A0-492B-B66C-85899E1A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075" y="2238375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C35CC-0234-4A2C-914D-F92AC2F2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375" y="2466975"/>
            <a:ext cx="135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Agent claims and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3FA2B-E48D-4B85-824F-99F7E0E2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150" y="25908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2F002-97E6-4BA1-9028-4BE418B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25" y="2238375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A1306-BAE2-4F67-862F-CDD1B99A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325" y="2466975"/>
            <a:ext cx="135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Agent comments / attaches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AA1E8-9317-4FD0-B359-D7E1B19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908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74CDB-679F-4869-869F-E81D787E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238375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DB7E8-EAB0-4832-AA75-8E026E8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66975"/>
            <a:ext cx="135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Admin reviews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AB2A0-F40F-4D6B-BDD1-4FD4E69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25908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F2016-9435-4798-B46D-3B9C35BC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2238375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A2D3D-CCA5-4D34-BD22-F666FD0D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225" y="2466975"/>
            <a:ext cx="135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Export PDF / Excel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9D8B9-97B3-4B0B-88E6-59549EE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590800"/>
            <a:ext cx="114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0D630-91D1-449C-8D49-86DD41D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2238375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71C0B-57C8-4698-B0A1-92B049F2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75" y="2466975"/>
            <a:ext cx="135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</a:rPr>
              <a:t>Show notifications /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96A96-6574-45C6-8F7E-FCB9409F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Keep the story simple: request comes in, work is owned, progress is visible, history is auditable, reporting is exportable.</a:t>
            </a:r>
          </a:p>
        </p:txBody>
      </p:sp>
    </p:spTree>
    <p:extLst>
      <p:ext uri="{BB962C8B-B14F-4D97-AF65-F5344CB8AC3E}">
        <p14:creationId xmlns:p14="http://schemas.microsoft.com/office/powerpoint/2010/main" val="8308950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37339-E50F-410D-8550-73B09DA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HONEST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1EC47-61FB-43EB-A19B-70554160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033"/>
                </a:solidFill>
              </a:defRPr>
            </a:pPr>
            <a:r>
              <a:rPr sz="3150" b="1">
                <a:solidFill>
                  <a:srgbClr val="102033"/>
                </a:solidFill>
              </a:rPr>
              <a:t>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10850-60A1-4707-AAFF-35E832E1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DCD89-C58B-4488-AA8E-D038DF0B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18EB9-36CF-4151-80D3-0528EAC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AAF72-0F28-453C-BB3A-C9D05114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953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F6F4D-030F-4277-8EB2-93A74D3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451CD-A9F0-468C-B3E8-7F91BD2D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Current limitations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467E7-858B-4521-8ACD-F113946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45339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No dedicated backend test project, no EF migrations, local/volume file storage, localStorage JWTs.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B8D47-A7E3-412B-9759-5F1F7B1A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953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8473C-B334-4B69-A79B-1C14DA63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B3F4C-33A2-4D3F-B02E-8703E59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71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Strong 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E8BAC-572B-40A6-A28E-8E1CDCD7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52675"/>
            <a:ext cx="45339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Integration tests, Playwright E2E, EF migrations, object storage, SLA/escalation rules, admin user management.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5C57F-CC9A-4691-8F2C-53CA4D4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The project is demo-ready now; these are realistic production-hardening improvements.</a:t>
            </a:r>
          </a:p>
        </p:txBody>
      </p:sp>
    </p:spTree>
    <p:extLst>
      <p:ext uri="{BB962C8B-B14F-4D97-AF65-F5344CB8AC3E}">
        <p14:creationId xmlns:p14="http://schemas.microsoft.com/office/powerpoint/2010/main" val="7349937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3C27B-317F-4D12-86AF-E4A37BC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IT Help 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D624D-8812-4D45-812E-E2634CC0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09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Demo-ready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support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F2BE9-D0BF-4A66-AE76-0FED0FAA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BD5E1"/>
                </a:solidFill>
              </a:defRPr>
            </a:pPr>
            <a:r>
              <a:rPr sz="2100" b="0">
                <a:solidFill>
                  <a:srgbClr val="CBD5E1"/>
                </a:solidFill>
              </a:rPr>
              <a:t>Create. Claim. Resolve. Report.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E7391-D047-4050-A174-6E69049F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3714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52815-4EFC-4441-B4AD-681E0081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DE892-E7E9-4682-B198-20B795C8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9067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Demo credentials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A012E-CCA8-46F8-A86A-D3A4DDFE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71675"/>
            <a:ext cx="3295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Admin: admin@helpdesk.local / Admin@123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Agent: agent@helpdesk.local / Agent@123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User: user@helpdesk.local / User@123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6F0A8-A90D-442A-A033-B2311E8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37147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9F37D-A173-443C-B722-EF0ABDE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8025C-A6B3-4D25-8886-6CDB5449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Live URLs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98DFC-6CC0-47C2-BB90-418D3F65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2925"/>
            <a:ext cx="32956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Frontend: jadalhassan.github.io/IT-Help-Desk/</a:t>
            </a:r>
          </a:p>
          <a:p xmlns:a="http://schemas.openxmlformats.org/drawingml/2006/main"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API: helpdesk-api-production-5964.up.railway.app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5C85A-39B2-467A-A5E1-6A60E02E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0DFA1-C482-4644-8DEA-DEB5B3B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IT Help Desk Ticket Management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ABEFF-E6CA-4FBE-9C76-166418A4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42909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2026-07-01T19:03:15.2530000Z</dcterms:created>
  <dcterms:modified xsi:type="dcterms:W3CDTF">2026-07-01T19:03:15.2530000Z</dcterms:modified>
</coreProperties>
</file>